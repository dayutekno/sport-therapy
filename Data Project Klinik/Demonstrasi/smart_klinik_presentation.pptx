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Klinik – Solusi Kesehatan Terintegrasi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Permasalahan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Tantangan pada alur klinik tradisional: pencatatan manual, antrian tidak terkelola, data terpisah.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Gambaran Solusi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Diagram tingkat tinggi platform Smart Klinik (modul: Billing, Manajemen Antrian, RBAC, Laporan, UI Mobile/Web).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Fitur Utama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Pelacakan antrian real‑time</a:t>
            </a:r>
          </a:p>
          <a:p>
            <a:r>
              <a:t>Billing otomatis &amp; penanganan asuransi</a:t>
            </a:r>
          </a:p>
          <a:p>
            <a:r>
              <a:t>Akses berbasis peran (RBAC)</a:t>
            </a:r>
          </a:p>
          <a:p>
            <a:r>
              <a:t>Dashboard &amp; analitik</a:t>
            </a:r>
          </a:p>
          <a:p>
            <a:r>
              <a:t>UI responsif mobile‑first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Teknologi yang Digunakan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Laravel + Livewire</a:t>
            </a:r>
          </a:p>
          <a:p>
            <a:r>
              <a:t>MySQL</a:t>
            </a:r>
          </a:p>
          <a:p>
            <a:r>
              <a:t>Spatie RBAC</a:t>
            </a:r>
          </a:p>
          <a:p>
            <a:r>
              <a:t>Bootstrap 5</a:t>
            </a:r>
          </a:p>
          <a:p>
            <a:r>
              <a:t>Docker (opsional)</a:t>
            </a:r>
          </a:p>
          <a:p>
            <a:r>
              <a:t>Opsional Cloud Deployment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Alur Pengguna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Langkah demi langkah kunjungan pasien: registrasi → proses → keluar (dengan diagram alur).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Manfaat untuk Klinik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Peningkatan kecepatan layanan pasien</a:t>
            </a:r>
          </a:p>
          <a:p>
            <a:r>
              <a:t>Laporan keuangan akurat</a:t>
            </a:r>
          </a:p>
          <a:p>
            <a:r>
              <a:t>Keamanan data terjamin</a:t>
            </a:r>
          </a:p>
          <a:p>
            <a:r>
              <a:t>Pengurangan beban administrasi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Pratinjau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Screenshot / mockup dashboard admin, papan antrian, dan portal pasien.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Implementasi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Tahapan: Analisis Kebutuhan → Prototipe → Pilot → Rollout penuh (timeline).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Paket Harga / Layanan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Pilihan paket berjenjang, lisensi, SLA dukungan.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Langkah Berikutnya &amp; Tanya Jawab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Ajakan tindakan, kontak, penjadwalan demo langsung.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