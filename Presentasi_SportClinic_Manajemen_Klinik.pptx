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PLATFORM DIGITALISASI KLINIK FISIOTERAPI &amp; REHABILITASI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SportClinic.io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Solusi Manajemen Terpadu: Dari Reservasi WhatsApp, Rekam Terapi Berjenjang (Tahap A-D), Kasir Terintegrasi, hingga Rekap Medis Otomatis</a:t>
            </a:r>
          </a:p>
          <a:p>
            <a:pPr>
              <a:spcBef>
                <a:spcPts val="2800"/>
              </a:spcBef>
              <a:defRPr sz="1300" b="1">
                <a:solidFill>
                  <a:srgbClr val="10B981"/>
                </a:solidFill>
              </a:defRPr>
            </a:pPr>
            <a:r>
              <a:t>🚀 Siap Pakai di Cloud  •  🎁 Gratis 14 Hari Sistem  •  🌐 BONUS Gratis 2 Bulan Website di CorpShow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94960"/>
            <a:ext cx="98755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RS Terpadu &amp; Mitra Klinik Sport Therapist  |  https://sport-therapist.corpshow.id  |  Presentasi Solusi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TANTANGAN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Mengapa Menggunakan Microsoft Excel Menjadi Beban bagi Klinik?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Pengelolaan konvensional dengan spreadsheet dan buku catatan manual memicu kebocoran waktu, finansial, dan reputasi klinik.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❌ Jadwal Bentrok &amp; No-Show Tinggi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Excel tidak memiliki validasi waktu nyata (real-time). Pasien sering datang bersamaan di jam yang sama, dan staf harus menyimpan nomor satu per satu secara manual untuk mengingatkan.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❌ Data Tersebar &amp; Rentan Korup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File Excel mudah tertimpa (overwrite), rusak, atau terkena virus. Ketika beberapa staf membuka file di saat bersamaan, data sesi terakhir kerap hilang tanpa jejak cadangan.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5120640" cy="2103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❌ Evaluasi Cedera Tidak Terstandarisasi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Catatan perkembangan atlet tidak memiliki tahapan klinis yang terukur (A s/d D). Jika terapis berhalangan hadir, terapis pengganti kebingungan melanjutkan riwayat tindakan sebelumnya.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5120640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❌ Kebocoran Kasir &amp; Rekap Rumit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Perhitungan tarif sesi terapi, sewa alat, dan tindakan tambahan dihitung manual dengan rumus Excel yang rentan typo. Butuh waktu 2-3 hari di akhir bulan hanya untuk mencocokkan setoran kasir.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STUDI KOMPARASI NYATA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Perbandingan Head-to-Head: Website Khusus vs Microsoft Excel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Melihat langsung perbedaan fundamental antara penggunaan spreadsheet konvensional dengan sistem klinik modern.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69080"/>
                <a:gridCol w="40690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ASPEK OPERASIONAL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PENGGUNAAN MICROSOFT EXCEL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WEBSITE SPORTCLINIC.IO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Akses &amp; Kolaborasi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B91C1C"/>
                          </a:solidFill>
                        </a:defRPr>
                      </a:pPr>
                      <a:r>
                        <a:t>Satu file dibuka bergantian; rentan file lock &amp; bentrok versi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Multi-user realtime (Admisi, Terapis, Kasir) dengan hak akses ketat (RBAC)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Penjadwalan &amp; Slot Jam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B91C1C"/>
                          </a:solidFill>
                        </a:defRPr>
                      </a:pPr>
                      <a:r>
                        <a:t>Manual; risiko tinggi jadwal terapis bertabrakan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Otomatis mengunci kuota &amp; jam terapis, no double-booking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Notifikasi Pasien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B91C1C"/>
                          </a:solidFill>
                        </a:defRPr>
                      </a:pPr>
                      <a:r>
                        <a:t>Harus simpan nomor WhatsApp manual di ponsel staf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1-Klik kirim konfirmasi jadwal &amp; tiket WhatsApp langsung dari sistem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Protokol Fisioterapi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B91C1C"/>
                          </a:solidFill>
                        </a:defRPr>
                      </a:pPr>
                      <a:r>
                        <a:t>Catatan acak; tidak terstruktur; sulit dievaluasi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Alur berjenjang terstandarisasi (Tahap A Akut s/d D Return to Sport)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Billing &amp; Kasir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B91C1C"/>
                          </a:solidFill>
                        </a:defRPr>
                      </a:pPr>
                      <a:r>
                        <a:t>Rumus kalkulasi manual; rentan salah hitung tarif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Tagihan otomatis per reservasi, cetak struk resmi kasir instan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Keamanan &amp; Backup 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B91C1C"/>
                          </a:solidFill>
                        </a:defRPr>
                      </a:pPr>
                      <a:r>
                        <a:t>File tersimpan lokal di 1 PC; risiko hilang sangat tinggi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47857"/>
                          </a:solidFill>
                        </a:defRPr>
                      </a:pPr>
                      <a:r>
                        <a:t>Penyimpanan Cloud terenkripsi, backup otomatis, multi-tenant aman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DAMPAK EFISIENSI TERUKUR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Seberapa Efisien Website Ini bagi Manajemen Klinik?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Hasil implementasi nyata membuktikan akselerasi kinerja operasional klinik hingga berkali-kali lipat.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4206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⚡ 85%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Pangkas Waktu Pendaftaran</a:t>
            </a:r>
          </a:p>
          <a:p>
            <a:pPr algn="l">
              <a:spcBef>
                <a:spcPts val="1400"/>
              </a:spcBef>
              <a:defRPr sz="1050">
                <a:solidFill>
                  <a:srgbClr val="64748B"/>
                </a:solidFill>
              </a:defRPr>
            </a:pPr>
            <a:r>
              <a:t>Dari 10-15 menit (tulis buku/buka excel) menjadi &lt; 2 menit per pasien. Pasien cukup menyebutkan nomor HP untuk memanggil riwayat.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514600" cy="4206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📅 98.5%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Kehadiran Tepat Waktu (On-Time)</a:t>
            </a:r>
          </a:p>
          <a:p>
            <a:pPr algn="l">
              <a:spcBef>
                <a:spcPts val="1400"/>
              </a:spcBef>
              <a:defRPr sz="1050">
                <a:solidFill>
                  <a:srgbClr val="64748B"/>
                </a:solidFill>
              </a:defRPr>
            </a:pPr>
            <a:r>
              <a:t>No-show rate (pasien mangkir) turun drastis berkat sistem 1-klik kirim pengingat jadwal via WhatsApp dengan template ramah &amp; informatif.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514600" cy="4206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💰 100%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Akurasi Kasir &amp; Billing</a:t>
            </a:r>
          </a:p>
          <a:p>
            <a:pPr algn="l">
              <a:spcBef>
                <a:spcPts val="1400"/>
              </a:spcBef>
              <a:defRPr sz="1050">
                <a:solidFill>
                  <a:srgbClr val="64748B"/>
                </a:solidFill>
              </a:defRPr>
            </a:pPr>
            <a:r>
              <a:t>Menghilangkan risiko selisih kas dan kelupaan menagih tindakan tambahan. Satu tagihan merangkum seluruh sesi dan langsung mencetak kuitansi resmi.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20240"/>
            <a:ext cx="2514600" cy="42062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⏱️ Realtime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Rekapitulasi Laporan Medis</a:t>
            </a:r>
          </a:p>
          <a:p>
            <a:pPr algn="l">
              <a:spcBef>
                <a:spcPts val="1400"/>
              </a:spcBef>
              <a:defRPr sz="1050">
                <a:solidFill>
                  <a:srgbClr val="64748B"/>
                </a:solidFill>
              </a:defRPr>
            </a:pPr>
            <a:r>
              <a:t>Dari 2-3 hari proses rekap manual di akhir bulan menjadi 1 detik. Seluruh laporan kunjungan, diagnosis, dan evaluasi terapis dapat diunduh instan.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DAFTAR MENU &amp; FITUR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 Operasional &amp; Penanganan Klinis Pasien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Sistem dibagi menjadi modul kerja yang terstruktur rapi sesuai tugas masing-masing staf klinik.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Dashboard Klinik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Pusat kendali visual harian pimpinan klinik.</a:t>
            </a:r>
            <a:br/>
            <a:r>
              <a:t>• Ringkasan pasien hari ini, sesi aktif, dan antrean kasir</a:t>
            </a:r>
            <a:br/>
            <a:r>
              <a:t>• Statistik utilisasi fisioterapis &amp; kapasitas ruangan</a:t>
            </a:r>
            <a:br/>
            <a:r>
              <a:t>• Grafik tren pemulihan pasien dan omzet berjalan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2. Buat Reservasi &amp; Antrian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Pendaftaran pasien baru maupun pasien lama (auto-search by HP).</a:t>
            </a:r>
            <a:br/>
            <a:r>
              <a:t>• Pemilihan terapis penanggung jawab &amp; slot waktu akurat</a:t>
            </a:r>
            <a:br/>
            <a:r>
              <a:t>• Penentuan nomor antrean klinik dan cetak tiket admisi</a:t>
            </a:r>
            <a:br/>
            <a:r>
              <a:t>• Tombol 1-klik kirim jadwal langsung ke WhatsApp pasien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3. Manajemen Reservasi Terapi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Monitoring jadwal harian dan status kedatangan pasien.</a:t>
            </a:r>
            <a:br/>
            <a:r>
              <a:t>• Status: Menunggu Konfirmasi, Dikonfirmasi, Selesai, Dibatalkan</a:t>
            </a:r>
            <a:br/>
            <a:r>
              <a:t>• Filter berdasarkan tanggal kunjungan dan nama fisioterapis</a:t>
            </a:r>
            <a:br/>
            <a:r>
              <a:t>• Fitur pembatalan dengan pencatatan alasan resmi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4. Sesi Terapi Pasien (Clinical Engine)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Lembar kerja digital fisioterapis saat menangani pasien.</a:t>
            </a:r>
            <a:br/>
            <a:r>
              <a:t>• Protokol 4 Jenjang (Tahap A Akut s/d Tahap D Return to Sport)</a:t>
            </a:r>
            <a:br/>
            <a:r>
              <a:t>• Mendukung &gt;1 sesi terapi dalam 1 hari untuk atlet intensif</a:t>
            </a:r>
            <a:br/>
            <a:r>
              <a:t>• Evaluasi klinis per sesi &amp; tombol 'Advance Stage' (Naik Tahap)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DAFTAR MENU &amp; FITUR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 Kasir, Logistik Modalitas &amp; Manajemen Sistem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Memastikan akurasi finansial, ketersediaan modalitas terapi, serta pengelolaan data klinik yang aman.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5. Kasir &amp; Pembayaran Terpadu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Pusat billing pembayaran kasir otomatis.</a:t>
            </a:r>
            <a:br/>
            <a:r>
              <a:t>• 1 Tagihan kasir merangkum seluruh sesi terapi per reservasi</a:t>
            </a:r>
            <a:br/>
            <a:r>
              <a:t>• Rincian tarif sesi terapi + obat / alat bantu tambahan</a:t>
            </a:r>
            <a:br/>
            <a:r>
              <a:t>• Status bayar (Lunas / Belum) &amp; cetak struk kuitansi resmi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6. Stok Peralatan Terapi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Monitoring inventaris peralatan dan modalitas fisioterapi.</a:t>
            </a:r>
            <a:br/>
            <a:r>
              <a:t>• Kinesio taping, TENS pad, resist band, dry needle, ice pack</a:t>
            </a:r>
            <a:br/>
            <a:r>
              <a:t>• Pencatatan keluar-masuk barang per gudang klinik</a:t>
            </a:r>
            <a:br/>
            <a:r>
              <a:t>• Peringatan dini (alert) ketika stok mencapai batas minimum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7. Master Data Terintegrasi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Pusat basis data terstruktur klinik.</a:t>
            </a:r>
            <a:br/>
            <a:r>
              <a:t>• Master Pasien: Biodata lengkap, pekerjaan, kontak darurat</a:t>
            </a:r>
            <a:br/>
            <a:r>
              <a:t>• Master Terapis: Spesialisasi, kontak, dan status aktif</a:t>
            </a:r>
            <a:br/>
            <a:r>
              <a:t>• Master Jenjang Terapi: Katalog Tahap A-D, durasi &amp; tarif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8. Rekap Rekam Terapi &amp; Settings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Laporan analitik eksekutif dan keamanan sistem.</a:t>
            </a:r>
            <a:br/>
            <a:r>
              <a:t>• Rekap riwayat rekam medis pasien jangka panjang</a:t>
            </a:r>
            <a:br/>
            <a:r>
              <a:t>• Audit kunjungan pasien &amp; efektivitas protokol terapi</a:t>
            </a:r>
            <a:br/>
            <a:r>
              <a:t>• Manajemen akun staf klinik dengan Role-Based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ALUR KERJA STANDAR (SOP)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Alur Proses Pelayanan Klinik dari Awal Hingga Sembuh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Bagaimana sistem menghubungkan admisi pendaftaran, tindakan fisioterapis, kasir, dan arsip rekam medis secara mulus.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65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01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Pendaftaran &amp; Booking</a:t>
            </a:r>
          </a:p>
          <a:p>
            <a:pPr algn="l"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Pasien booking online atau via staf admisi. Jadwal terapis dan jam terkunci rapi di sistem.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6936" y="1920240"/>
            <a:ext cx="1965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600" b="1">
                <a:solidFill>
                  <a:srgbClr val="0D9488"/>
                </a:solidFill>
              </a:defRPr>
            </a:pPr>
            <a:r>
              <a:t>02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Otomasi WhatsApp</a:t>
            </a:r>
          </a:p>
          <a:p>
            <a:pPr algn="l"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Staf klik tombol kirim tiket. Pasien menerima pesan WhatsApp pengingat jadwal tanpa simpan kontak.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1920240"/>
            <a:ext cx="1965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600" b="1">
                <a:solidFill>
                  <a:srgbClr val="7C3AED"/>
                </a:solidFill>
              </a:defRPr>
            </a:pPr>
            <a:r>
              <a:t>03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Sesi Terapi Berjenjang</a:t>
            </a:r>
          </a:p>
          <a:p>
            <a:pPr algn="l"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Terapis memanggil antrean, melakukan tindakan (Tahap A-D), dan menginput hasil evaluasi fisik.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8" y="1920240"/>
            <a:ext cx="1965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04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Billing Kasir Instan</a:t>
            </a:r>
          </a:p>
          <a:p>
            <a:pPr algn="l"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Kasir menerima data tagihan otomatis, menerima pembayaran, dan langsung mencetak struk resmi.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73184" y="1920240"/>
            <a:ext cx="1965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05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Arsip Rekam &amp; Lanjutan</a:t>
            </a:r>
          </a:p>
          <a:p>
            <a:pPr algn="l">
              <a:spcBef>
                <a:spcPts val="1200"/>
              </a:spcBef>
              <a:defRPr sz="1000">
                <a:solidFill>
                  <a:srgbClr val="64748B"/>
                </a:solidFill>
              </a:defRPr>
            </a:pPr>
            <a:r>
              <a:t>Data tersimpan di riwayat medis. Pasien dapat langsung dijadwalkan untuk tahap berikutnya.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KEUNGGULAN KLINIS KHUSUS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Protokol Terapi Berjenjang: Dirancang Khusus Cedera Fisik &amp; Olahraga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Berbeda dari software rumah sakit biasa yang kaku, sistem ini memiliki alur tahapan pemulihan terukur sesuai kaidah fisioterapi.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Tahap A (Akut &amp; Anti-Nyeri)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Fokus: Penanganan Cedera Dini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Reduksi inflamasi akut &amp; peredaan nyeri</a:t>
            </a:r>
            <a:br/>
            <a:r>
              <a:t>• Modalitas: Cryotherapy (kompres es), resting, kompresi</a:t>
            </a:r>
            <a:br/>
            <a:r>
              <a:t>• Evaluasi skor nyeri (VAS) dan batas toleransi gerakan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Tahap B (Mobilisasi &amp; ROM)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Fokus: Pemulihan Gerak Sendi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Mengembalikan Range of Motion (ROM)</a:t>
            </a:r>
            <a:br/>
            <a:r>
              <a:t>• Stimulasi jaringan lunak, peregangan pasif, TENS</a:t>
            </a:r>
            <a:br/>
            <a:r>
              <a:t>• Pencegahan kekakuan sendi dan atrofi otot pasca cedera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Tahap C (Penguatan &amp; Fungsional)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Fokus: Rekonstruksi Kekuatan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Latihan beban bertahap (resistance band, beban ringan)</a:t>
            </a:r>
            <a:br/>
            <a:r>
              <a:t>• Penguatan otot penopang &amp; stabilitas inti (core)</a:t>
            </a:r>
            <a:br/>
            <a:r>
              <a:t>• Latihan fungsional untuk menunjang aktivitas harian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Tahap D (Return to Sport)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Fokus: Kesiapan Berolahraga Kembali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Latihan kelincahan, daya ledak, dan ketahanan spesifik</a:t>
            </a:r>
            <a:br/>
            <a:r>
              <a:t>• Uji kesiapan fungsional atlet sebelum turun ke lapangan</a:t>
            </a:r>
            <a:br/>
            <a:r>
              <a:t>• Sertifikasi kesembuhan dan panduan pencegahan cedera ulang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PENAWARAN SPESIAL &amp; BONUS EKSKLUSIF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Program Uji Coba Gratis 14 Hari + BONUS 2 Bulan Website di CorpShow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Dapatkan solusi terlengkap: operasional klinik rapi di dalam, dan website profil profesional di luar untuk memikat pasien baru.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2377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🎁 14 Hari SportClinic.io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Akses penuh tanpa batasan ke modul Reservasi WA, Antrean, Lembar Terapi Berjenjang (A-D), Kasir, dan Rekam Medis.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514600" cy="2377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🌐 BONUS: 2 Bulan CorpShow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Website Company Profile klinik profesional di platform CorpShow (corpshow.id). Kredibel di Google &amp; terhubung langsung ke booking online!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514600" cy="2377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💳 Tanpa Kartu Kredit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Registrasi instan dalam 2 menit. Anda tidak perlu memasukkan informasi kartu kredit maupun deposit biaya apa pun.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20240"/>
            <a:ext cx="2514600" cy="23774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📂 Gratis Migrasi Excel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Punya data master pasien di Excel? Tim teknis kami siap mendampingi proses import database ke sistem secara gratis.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0116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Kombinasi Sempurna: Operasional Rapi di Dalam + Branding Profesional di Luar!</a:t>
            </a:r>
          </a:p>
          <a:p>
            <a:pPr algn="ctr">
              <a:spcBef>
                <a:spcPts val="600"/>
              </a:spcBef>
              <a:defRPr sz="1350" b="1">
                <a:solidFill>
                  <a:srgbClr val="10B981"/>
                </a:solidFill>
              </a:defRPr>
            </a:pPr>
            <a:r>
              <a:t>Sistem SportClinic (Trial 14 Hari)  +  Website Company Profile CorpShow (Gratis 2 Bulan)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Akses Website &amp; Klaim Penawaran: https://sport-therapist.corpshow.id  •  Tim Siap Membantu Setup Lengkap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KESIMPULAN &amp; LANGKAH SELANJUTNYA</a:t>
            </a:r>
          </a:p>
          <a:p>
            <a:pPr algn="ctr"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Tinggalkan Cara Lama yang Melelahkan.</a:t>
            </a:r>
            <a:br/>
            <a:r>
              <a:t>Beralihlah ke Solusi Cerdas SportClinic.io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0D9488"/>
                </a:solidFill>
              </a:defRPr>
            </a:pPr>
            <a:r>
              <a:t>Klinik Lebih Rapi  •  Terapis Lebih Produktif  •  Pasien Lebih Puas  •  Pendapatan Lebih Terukur</a:t>
            </a:r>
          </a:p>
          <a:p>
            <a:pPr algn="ctr">
              <a:spcBef>
                <a:spcPts val="1800"/>
              </a:spcBef>
              <a:defRPr sz="1450" b="1">
                <a:solidFill>
                  <a:srgbClr val="10B981"/>
                </a:solidFill>
              </a:defRPr>
            </a:pPr>
            <a:r>
              <a:t>🎁 Paket Penawaran Spesial:</a:t>
            </a:r>
            <a:br/>
            <a:r>
              <a:t>Gratis Uji Coba 14 Hari Sistem + Gratis 2 Bulan Website Company Profile di CorpShow!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F59E0B"/>
                </a:solidFill>
              </a:defRPr>
            </a:pPr>
            <a:r>
              <a:t>Daftar &amp; Hubungi Kami Sekarang di:</a:t>
            </a:r>
            <a:br/>
            <a:r>
              <a:t>👉 https://sport-therapist.corpshow.id 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